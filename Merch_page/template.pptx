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590" r:id="rId2"/>
    <p:sldId id="600" r:id="rId3"/>
    <p:sldId id="601" r:id="rId4"/>
  </p:sldIdLst>
  <p:sldSz cx="18288000" cy="105156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9BE5B7-6CB3-45DA-95B6-1CA329CB9E45}" v="65" dt="2026-10-05T06:57:17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4" autoAdjust="0"/>
    <p:restoredTop sz="94107" autoAdjust="0"/>
  </p:normalViewPr>
  <p:slideViewPr>
    <p:cSldViewPr snapToGrid="0">
      <p:cViewPr varScale="1">
        <p:scale>
          <a:sx n="51" d="100"/>
          <a:sy n="51" d="100"/>
        </p:scale>
        <p:origin x="103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Ali [ARMA-TM]" userId="2e7a444c-2cec-45da-8b14-deb7c206097a" providerId="ADAL" clId="{F1B42A86-98CD-4DA6-960E-FD578C39AA9F}"/>
    <pc:docChg chg="undo custSel addSld delSld modSld sldOrd modMainMaster">
      <pc:chgData name="Mustafa Ali [ARMA-TM]" userId="2e7a444c-2cec-45da-8b14-deb7c206097a" providerId="ADAL" clId="{F1B42A86-98CD-4DA6-960E-FD578C39AA9F}" dt="2026-10-05T07:05:52.582" v="348" actId="6549"/>
      <pc:docMkLst>
        <pc:docMk/>
      </pc:docMkLst>
      <pc:sldChg chg="del">
        <pc:chgData name="Mustafa Ali [ARMA-TM]" userId="2e7a444c-2cec-45da-8b14-deb7c206097a" providerId="ADAL" clId="{F1B42A86-98CD-4DA6-960E-FD578C39AA9F}" dt="2026-10-04T14:38:08.994" v="0" actId="2696"/>
        <pc:sldMkLst>
          <pc:docMk/>
          <pc:sldMk cId="4128881107" sldId="257"/>
        </pc:sldMkLst>
      </pc:sldChg>
      <pc:sldChg chg="modSp mod ord">
        <pc:chgData name="Mustafa Ali [ARMA-TM]" userId="2e7a444c-2cec-45da-8b14-deb7c206097a" providerId="ADAL" clId="{F1B42A86-98CD-4DA6-960E-FD578C39AA9F}" dt="2026-10-04T14:49:24.314" v="51" actId="20577"/>
        <pc:sldMkLst>
          <pc:docMk/>
          <pc:sldMk cId="477191550" sldId="551"/>
        </pc:sldMkLst>
        <pc:spChg chg="mod">
          <ac:chgData name="Mustafa Ali [ARMA-TM]" userId="2e7a444c-2cec-45da-8b14-deb7c206097a" providerId="ADAL" clId="{F1B42A86-98CD-4DA6-960E-FD578C39AA9F}" dt="2026-10-04T14:49:24.314" v="51" actId="20577"/>
          <ac:spMkLst>
            <pc:docMk/>
            <pc:sldMk cId="477191550" sldId="551"/>
            <ac:spMk id="19" creationId="{6D7C83CD-5993-5970-D476-57F495F4938E}"/>
          </ac:spMkLst>
        </pc:spChg>
      </pc:sldChg>
      <pc:sldChg chg="addSp delSp modSp mod">
        <pc:chgData name="Mustafa Ali [ARMA-TM]" userId="2e7a444c-2cec-45da-8b14-deb7c206097a" providerId="ADAL" clId="{F1B42A86-98CD-4DA6-960E-FD578C39AA9F}" dt="2026-10-05T07:04:41.984" v="324" actId="21"/>
        <pc:sldMkLst>
          <pc:docMk/>
          <pc:sldMk cId="1303783623" sldId="590"/>
        </pc:sldMkLst>
        <pc:graphicFrameChg chg="add del mod modGraphic">
          <ac:chgData name="Mustafa Ali [ARMA-TM]" userId="2e7a444c-2cec-45da-8b14-deb7c206097a" providerId="ADAL" clId="{F1B42A86-98CD-4DA6-960E-FD578C39AA9F}" dt="2026-10-05T07:04:41.984" v="324" actId="21"/>
          <ac:graphicFrameMkLst>
            <pc:docMk/>
            <pc:sldMk cId="1303783623" sldId="590"/>
            <ac:graphicFrameMk id="2" creationId="{A5F0CD2E-F6D4-5EB2-9469-8EC7D0699FDE}"/>
          </ac:graphicFrameMkLst>
        </pc:graphicFrameChg>
      </pc:sldChg>
      <pc:sldChg chg="modSp del mod">
        <pc:chgData name="Mustafa Ali [ARMA-TM]" userId="2e7a444c-2cec-45da-8b14-deb7c206097a" providerId="ADAL" clId="{F1B42A86-98CD-4DA6-960E-FD578C39AA9F}" dt="2026-10-04T14:50:27.945" v="65" actId="47"/>
        <pc:sldMkLst>
          <pc:docMk/>
          <pc:sldMk cId="1531013253" sldId="591"/>
        </pc:sldMkLst>
        <pc:picChg chg="mod">
          <ac:chgData name="Mustafa Ali [ARMA-TM]" userId="2e7a444c-2cec-45da-8b14-deb7c206097a" providerId="ADAL" clId="{F1B42A86-98CD-4DA6-960E-FD578C39AA9F}" dt="2026-10-04T14:50:12.921" v="57" actId="1440"/>
          <ac:picMkLst>
            <pc:docMk/>
            <pc:sldMk cId="1531013253" sldId="591"/>
            <ac:picMk id="17" creationId="{0A7FD88D-7AB6-1426-58CB-B50BF04109BF}"/>
          </ac:picMkLst>
        </pc:picChg>
        <pc:picChg chg="mod">
          <ac:chgData name="Mustafa Ali [ARMA-TM]" userId="2e7a444c-2cec-45da-8b14-deb7c206097a" providerId="ADAL" clId="{F1B42A86-98CD-4DA6-960E-FD578C39AA9F}" dt="2026-10-04T14:50:22.563" v="64" actId="1076"/>
          <ac:picMkLst>
            <pc:docMk/>
            <pc:sldMk cId="1531013253" sldId="591"/>
            <ac:picMk id="20" creationId="{0764C5A0-548C-FA60-731F-715EC23DF465}"/>
          </ac:picMkLst>
        </pc:picChg>
      </pc:sldChg>
      <pc:sldChg chg="addSp delSp modSp del mod">
        <pc:chgData name="Mustafa Ali [ARMA-TM]" userId="2e7a444c-2cec-45da-8b14-deb7c206097a" providerId="ADAL" clId="{F1B42A86-98CD-4DA6-960E-FD578C39AA9F}" dt="2026-10-04T14:49:38.753" v="52" actId="2696"/>
        <pc:sldMkLst>
          <pc:docMk/>
          <pc:sldMk cId="3933852438" sldId="592"/>
        </pc:sldMkLst>
        <pc:spChg chg="add del mod">
          <ac:chgData name="Mustafa Ali [ARMA-TM]" userId="2e7a444c-2cec-45da-8b14-deb7c206097a" providerId="ADAL" clId="{F1B42A86-98CD-4DA6-960E-FD578C39AA9F}" dt="2026-10-04T14:43:17.860" v="8"/>
          <ac:spMkLst>
            <pc:docMk/>
            <pc:sldMk cId="3933852438" sldId="592"/>
            <ac:spMk id="3" creationId="{DBC301AF-FB45-7552-3C55-05E7BE3C60AA}"/>
          </ac:spMkLst>
        </pc:spChg>
        <pc:picChg chg="del">
          <ac:chgData name="Mustafa Ali [ARMA-TM]" userId="2e7a444c-2cec-45da-8b14-deb7c206097a" providerId="ADAL" clId="{F1B42A86-98CD-4DA6-960E-FD578C39AA9F}" dt="2026-10-04T14:41:11.408" v="4" actId="478"/>
          <ac:picMkLst>
            <pc:docMk/>
            <pc:sldMk cId="3933852438" sldId="592"/>
            <ac:picMk id="4" creationId="{C545C745-2CBF-6D6C-94A7-199BE52D05A6}"/>
          </ac:picMkLst>
        </pc:picChg>
        <pc:picChg chg="add del mod">
          <ac:chgData name="Mustafa Ali [ARMA-TM]" userId="2e7a444c-2cec-45da-8b14-deb7c206097a" providerId="ADAL" clId="{F1B42A86-98CD-4DA6-960E-FD578C39AA9F}" dt="2026-10-04T14:43:24.801" v="12" actId="22"/>
          <ac:picMkLst>
            <pc:docMk/>
            <pc:sldMk cId="3933852438" sldId="592"/>
            <ac:picMk id="7" creationId="{01AF89C9-6084-3E4D-6C90-4A6C1891332A}"/>
          </ac:picMkLst>
        </pc:picChg>
        <pc:picChg chg="del">
          <ac:chgData name="Mustafa Ali [ARMA-TM]" userId="2e7a444c-2cec-45da-8b14-deb7c206097a" providerId="ADAL" clId="{F1B42A86-98CD-4DA6-960E-FD578C39AA9F}" dt="2026-10-04T14:38:19.600" v="1" actId="478"/>
          <ac:picMkLst>
            <pc:docMk/>
            <pc:sldMk cId="3933852438" sldId="592"/>
            <ac:picMk id="8" creationId="{AC11CDAD-3407-7772-3945-A1A7E442B628}"/>
          </ac:picMkLst>
        </pc:picChg>
        <pc:picChg chg="del">
          <ac:chgData name="Mustafa Ali [ARMA-TM]" userId="2e7a444c-2cec-45da-8b14-deb7c206097a" providerId="ADAL" clId="{F1B42A86-98CD-4DA6-960E-FD578C39AA9F}" dt="2026-10-04T14:41:07.592" v="2" actId="478"/>
          <ac:picMkLst>
            <pc:docMk/>
            <pc:sldMk cId="3933852438" sldId="592"/>
            <ac:picMk id="10" creationId="{CBB73F68-577F-EFAD-1382-DF605178986A}"/>
          </ac:picMkLst>
        </pc:picChg>
        <pc:picChg chg="del">
          <ac:chgData name="Mustafa Ali [ARMA-TM]" userId="2e7a444c-2cec-45da-8b14-deb7c206097a" providerId="ADAL" clId="{F1B42A86-98CD-4DA6-960E-FD578C39AA9F}" dt="2026-10-04T14:41:09.502" v="3" actId="478"/>
          <ac:picMkLst>
            <pc:docMk/>
            <pc:sldMk cId="3933852438" sldId="592"/>
            <ac:picMk id="14" creationId="{6268A818-49FB-46DD-20DB-EFB37AA9EC6A}"/>
          </ac:picMkLst>
        </pc:picChg>
      </pc:sldChg>
      <pc:sldChg chg="addSp delSp modSp new del mod">
        <pc:chgData name="Mustafa Ali [ARMA-TM]" userId="2e7a444c-2cec-45da-8b14-deb7c206097a" providerId="ADAL" clId="{F1B42A86-98CD-4DA6-960E-FD578C39AA9F}" dt="2026-10-05T06:50:04.191" v="176" actId="2696"/>
        <pc:sldMkLst>
          <pc:docMk/>
          <pc:sldMk cId="2837689592" sldId="593"/>
        </pc:sldMkLst>
        <pc:spChg chg="del">
          <ac:chgData name="Mustafa Ali [ARMA-TM]" userId="2e7a444c-2cec-45da-8b14-deb7c206097a" providerId="ADAL" clId="{F1B42A86-98CD-4DA6-960E-FD578C39AA9F}" dt="2026-10-04T14:43:58.471" v="14" actId="21"/>
          <ac:spMkLst>
            <pc:docMk/>
            <pc:sldMk cId="2837689592" sldId="593"/>
            <ac:spMk id="2" creationId="{A3952B95-4DF2-AAF8-DF82-26F179D707F4}"/>
          </ac:spMkLst>
        </pc:spChg>
        <pc:spChg chg="add del mod">
          <ac:chgData name="Mustafa Ali [ARMA-TM]" userId="2e7a444c-2cec-45da-8b14-deb7c206097a" providerId="ADAL" clId="{F1B42A86-98CD-4DA6-960E-FD578C39AA9F}" dt="2026-10-05T06:35:03.871" v="136" actId="1076"/>
          <ac:spMkLst>
            <pc:docMk/>
            <pc:sldMk cId="2837689592" sldId="593"/>
            <ac:spMk id="3" creationId="{E1954FF4-DD4D-B20B-C2FF-0BBBFE638B82}"/>
          </ac:spMkLst>
        </pc:spChg>
        <pc:spChg chg="add mod">
          <ac:chgData name="Mustafa Ali [ARMA-TM]" userId="2e7a444c-2cec-45da-8b14-deb7c206097a" providerId="ADAL" clId="{F1B42A86-98CD-4DA6-960E-FD578C39AA9F}" dt="2026-10-04T14:44:06.030" v="15"/>
          <ac:spMkLst>
            <pc:docMk/>
            <pc:sldMk cId="2837689592" sldId="593"/>
            <ac:spMk id="4" creationId="{A3952B95-4DF2-AAF8-DF82-26F179D707F4}"/>
          </ac:spMkLst>
        </pc:spChg>
        <pc:spChg chg="add del mod">
          <ac:chgData name="Mustafa Ali [ARMA-TM]" userId="2e7a444c-2cec-45da-8b14-deb7c206097a" providerId="ADAL" clId="{F1B42A86-98CD-4DA6-960E-FD578C39AA9F}" dt="2026-10-05T06:36:23.454" v="145" actId="478"/>
          <ac:spMkLst>
            <pc:docMk/>
            <pc:sldMk cId="2837689592" sldId="593"/>
            <ac:spMk id="5" creationId="{AF0D9EFC-1A2C-7252-288A-3BC9F36F6B58}"/>
          </ac:spMkLst>
        </pc:spChg>
        <pc:spChg chg="add mod">
          <ac:chgData name="Mustafa Ali [ARMA-TM]" userId="2e7a444c-2cec-45da-8b14-deb7c206097a" providerId="ADAL" clId="{F1B42A86-98CD-4DA6-960E-FD578C39AA9F}" dt="2026-10-04T14:51:01.517" v="101" actId="20577"/>
          <ac:spMkLst>
            <pc:docMk/>
            <pc:sldMk cId="2837689592" sldId="593"/>
            <ac:spMk id="6" creationId="{73957C16-C2AB-012A-8007-27326DE66214}"/>
          </ac:spMkLst>
        </pc:spChg>
        <pc:spChg chg="add del mod">
          <ac:chgData name="Mustafa Ali [ARMA-TM]" userId="2e7a444c-2cec-45da-8b14-deb7c206097a" providerId="ADAL" clId="{F1B42A86-98CD-4DA6-960E-FD578C39AA9F}" dt="2026-10-04T14:51:24.684" v="108" actId="22"/>
          <ac:spMkLst>
            <pc:docMk/>
            <pc:sldMk cId="2837689592" sldId="593"/>
            <ac:spMk id="17" creationId="{EE541168-71F0-E222-0E34-89C66F55E4C7}"/>
          </ac:spMkLst>
        </pc:spChg>
        <pc:spChg chg="add mod">
          <ac:chgData name="Mustafa Ali [ARMA-TM]" userId="2e7a444c-2cec-45da-8b14-deb7c206097a" providerId="ADAL" clId="{F1B42A86-98CD-4DA6-960E-FD578C39AA9F}" dt="2026-10-05T06:39:14.238" v="148"/>
          <ac:spMkLst>
            <pc:docMk/>
            <pc:sldMk cId="2837689592" sldId="593"/>
            <ac:spMk id="18" creationId="{8617AA5D-7987-2E16-35BE-743D455483DE}"/>
          </ac:spMkLst>
        </pc:spChg>
        <pc:spChg chg="add del mod">
          <ac:chgData name="Mustafa Ali [ARMA-TM]" userId="2e7a444c-2cec-45da-8b14-deb7c206097a" providerId="ADAL" clId="{F1B42A86-98CD-4DA6-960E-FD578C39AA9F}" dt="2026-10-04T14:52:18.936" v="118" actId="47"/>
          <ac:spMkLst>
            <pc:docMk/>
            <pc:sldMk cId="2837689592" sldId="593"/>
            <ac:spMk id="19" creationId="{3CFB6D68-BB03-AE59-A8C8-6296675F8A56}"/>
          </ac:spMkLst>
        </pc:spChg>
        <pc:spChg chg="add mod">
          <ac:chgData name="Mustafa Ali [ARMA-TM]" userId="2e7a444c-2cec-45da-8b14-deb7c206097a" providerId="ADAL" clId="{F1B42A86-98CD-4DA6-960E-FD578C39AA9F}" dt="2026-10-04T14:52:32.550" v="123" actId="1076"/>
          <ac:spMkLst>
            <pc:docMk/>
            <pc:sldMk cId="2837689592" sldId="593"/>
            <ac:spMk id="21" creationId="{A0C73C27-9538-8506-A0B3-7221543517CD}"/>
          </ac:spMkLst>
        </pc:spChg>
        <pc:spChg chg="add mod">
          <ac:chgData name="Mustafa Ali [ARMA-TM]" userId="2e7a444c-2cec-45da-8b14-deb7c206097a" providerId="ADAL" clId="{F1B42A86-98CD-4DA6-960E-FD578C39AA9F}" dt="2026-10-04T14:53:10.281" v="124" actId="1076"/>
          <ac:spMkLst>
            <pc:docMk/>
            <pc:sldMk cId="2837689592" sldId="593"/>
            <ac:spMk id="23" creationId="{42F0B30E-C30A-6311-7992-CA2600E4BDC5}"/>
          </ac:spMkLst>
        </pc:spChg>
        <pc:picChg chg="add del mod">
          <ac:chgData name="Mustafa Ali [ARMA-TM]" userId="2e7a444c-2cec-45da-8b14-deb7c206097a" providerId="ADAL" clId="{F1B42A86-98CD-4DA6-960E-FD578C39AA9F}" dt="2026-10-05T06:35:18.365" v="140" actId="22"/>
          <ac:picMkLst>
            <pc:docMk/>
            <pc:sldMk cId="2837689592" sldId="593"/>
            <ac:picMk id="4" creationId="{0E6DFF00-8F9E-4A41-5B18-892722F1CBD9}"/>
          </ac:picMkLst>
        </pc:picChg>
        <pc:picChg chg="add">
          <ac:chgData name="Mustafa Ali [ARMA-TM]" userId="2e7a444c-2cec-45da-8b14-deb7c206097a" providerId="ADAL" clId="{F1B42A86-98CD-4DA6-960E-FD578C39AA9F}" dt="2026-10-04T14:44:29.757" v="17" actId="22"/>
          <ac:picMkLst>
            <pc:docMk/>
            <pc:sldMk cId="2837689592" sldId="593"/>
            <ac:picMk id="8" creationId="{D6C505DA-67F5-980F-3FCE-A349165EC1FD}"/>
          </ac:picMkLst>
        </pc:picChg>
        <pc:picChg chg="add">
          <ac:chgData name="Mustafa Ali [ARMA-TM]" userId="2e7a444c-2cec-45da-8b14-deb7c206097a" providerId="ADAL" clId="{F1B42A86-98CD-4DA6-960E-FD578C39AA9F}" dt="2026-10-04T14:44:56.705" v="23" actId="22"/>
          <ac:picMkLst>
            <pc:docMk/>
            <pc:sldMk cId="2837689592" sldId="593"/>
            <ac:picMk id="10" creationId="{1660CCEC-6C29-A233-3C92-075120BA8DBF}"/>
          </ac:picMkLst>
        </pc:picChg>
        <pc:picChg chg="add del">
          <ac:chgData name="Mustafa Ali [ARMA-TM]" userId="2e7a444c-2cec-45da-8b14-deb7c206097a" providerId="ADAL" clId="{F1B42A86-98CD-4DA6-960E-FD578C39AA9F}" dt="2026-10-04T14:45:01.419" v="25" actId="22"/>
          <ac:picMkLst>
            <pc:docMk/>
            <pc:sldMk cId="2837689592" sldId="593"/>
            <ac:picMk id="12" creationId="{3A710302-6D18-4D7B-E867-26D19C88B762}"/>
          </ac:picMkLst>
        </pc:picChg>
        <pc:picChg chg="add del mod ord">
          <ac:chgData name="Mustafa Ali [ARMA-TM]" userId="2e7a444c-2cec-45da-8b14-deb7c206097a" providerId="ADAL" clId="{F1B42A86-98CD-4DA6-960E-FD578C39AA9F}" dt="2026-10-04T14:46:02.133" v="38" actId="931"/>
          <ac:picMkLst>
            <pc:docMk/>
            <pc:sldMk cId="2837689592" sldId="593"/>
            <ac:picMk id="14" creationId="{C7ED4812-628E-0B86-DE6B-AF42E2A5F4C4}"/>
          </ac:picMkLst>
        </pc:picChg>
        <pc:picChg chg="add del mod">
          <ac:chgData name="Mustafa Ali [ARMA-TM]" userId="2e7a444c-2cec-45da-8b14-deb7c206097a" providerId="ADAL" clId="{F1B42A86-98CD-4DA6-960E-FD578C39AA9F}" dt="2026-10-04T14:46:01.283" v="36"/>
          <ac:picMkLst>
            <pc:docMk/>
            <pc:sldMk cId="2837689592" sldId="593"/>
            <ac:picMk id="15" creationId="{E36F0B74-C85B-9905-141E-0BED3C658265}"/>
          </ac:picMkLst>
        </pc:picChg>
        <pc:picChg chg="add del mod">
          <ac:chgData name="Mustafa Ali [ARMA-TM]" userId="2e7a444c-2cec-45da-8b14-deb7c206097a" providerId="ADAL" clId="{F1B42A86-98CD-4DA6-960E-FD578C39AA9F}" dt="2026-10-04T14:53:47.535" v="128" actId="478"/>
          <ac:picMkLst>
            <pc:docMk/>
            <pc:sldMk cId="2837689592" sldId="593"/>
            <ac:picMk id="25" creationId="{83533E73-7D71-0FFE-B580-AA1DAA15E87A}"/>
          </ac:picMkLst>
        </pc:picChg>
        <pc:picChg chg="add del">
          <ac:chgData name="Mustafa Ali [ARMA-TM]" userId="2e7a444c-2cec-45da-8b14-deb7c206097a" providerId="ADAL" clId="{F1B42A86-98CD-4DA6-960E-FD578C39AA9F}" dt="2026-10-04T14:58:17.713" v="131" actId="478"/>
          <ac:picMkLst>
            <pc:docMk/>
            <pc:sldMk cId="2837689592" sldId="593"/>
            <ac:picMk id="27" creationId="{BB2E74F3-7BA8-9698-E746-9FBA1B998867}"/>
          </ac:picMkLst>
        </pc:picChg>
      </pc:sldChg>
      <pc:sldChg chg="new del">
        <pc:chgData name="Mustafa Ali [ARMA-TM]" userId="2e7a444c-2cec-45da-8b14-deb7c206097a" providerId="ADAL" clId="{F1B42A86-98CD-4DA6-960E-FD578C39AA9F}" dt="2026-10-04T14:46:36.887" v="41" actId="680"/>
        <pc:sldMkLst>
          <pc:docMk/>
          <pc:sldMk cId="1404821436" sldId="594"/>
        </pc:sldMkLst>
      </pc:sldChg>
      <pc:sldChg chg="new del">
        <pc:chgData name="Mustafa Ali [ARMA-TM]" userId="2e7a444c-2cec-45da-8b14-deb7c206097a" providerId="ADAL" clId="{F1B42A86-98CD-4DA6-960E-FD578C39AA9F}" dt="2026-10-04T14:46:55.971" v="43" actId="680"/>
        <pc:sldMkLst>
          <pc:docMk/>
          <pc:sldMk cId="2008619114" sldId="594"/>
        </pc:sldMkLst>
      </pc:sldChg>
      <pc:sldChg chg="new del">
        <pc:chgData name="Mustafa Ali [ARMA-TM]" userId="2e7a444c-2cec-45da-8b14-deb7c206097a" providerId="ADAL" clId="{F1B42A86-98CD-4DA6-960E-FD578C39AA9F}" dt="2026-10-05T06:49:59.947" v="175" actId="2696"/>
        <pc:sldMkLst>
          <pc:docMk/>
          <pc:sldMk cId="3456076685" sldId="594"/>
        </pc:sldMkLst>
      </pc:sldChg>
      <pc:sldChg chg="addSp delSp modSp new mod">
        <pc:chgData name="Mustafa Ali [ARMA-TM]" userId="2e7a444c-2cec-45da-8b14-deb7c206097a" providerId="ADAL" clId="{F1B42A86-98CD-4DA6-960E-FD578C39AA9F}" dt="2026-10-05T07:05:52.582" v="348" actId="6549"/>
        <pc:sldMkLst>
          <pc:docMk/>
          <pc:sldMk cId="352932382" sldId="595"/>
        </pc:sldMkLst>
        <pc:spChg chg="add del mod">
          <ac:chgData name="Mustafa Ali [ARMA-TM]" userId="2e7a444c-2cec-45da-8b14-deb7c206097a" providerId="ADAL" clId="{F1B42A86-98CD-4DA6-960E-FD578C39AA9F}" dt="2026-10-05T06:52:38.946" v="198"/>
          <ac:spMkLst>
            <pc:docMk/>
            <pc:sldMk cId="352932382" sldId="595"/>
            <ac:spMk id="2" creationId="{7ECD91CE-AD91-EDDC-5426-C686570213F6}"/>
          </ac:spMkLst>
        </pc:spChg>
        <pc:spChg chg="mod">
          <ac:chgData name="Mustafa Ali [ARMA-TM]" userId="2e7a444c-2cec-45da-8b14-deb7c206097a" providerId="ADAL" clId="{F1B42A86-98CD-4DA6-960E-FD578C39AA9F}" dt="2026-10-05T06:49:44.062" v="174" actId="1076"/>
          <ac:spMkLst>
            <pc:docMk/>
            <pc:sldMk cId="352932382" sldId="595"/>
            <ac:spMk id="3" creationId="{395D8BCC-16B1-145E-9704-172F7712B00C}"/>
          </ac:spMkLst>
        </pc:spChg>
        <pc:spChg chg="mod">
          <ac:chgData name="Mustafa Ali [ARMA-TM]" userId="2e7a444c-2cec-45da-8b14-deb7c206097a" providerId="ADAL" clId="{F1B42A86-98CD-4DA6-960E-FD578C39AA9F}" dt="2026-10-05T06:49:37.318" v="171" actId="1076"/>
          <ac:spMkLst>
            <pc:docMk/>
            <pc:sldMk cId="352932382" sldId="595"/>
            <ac:spMk id="4" creationId="{86BFAC67-F014-8BF6-B7D6-2BF53473F8F4}"/>
          </ac:spMkLst>
        </pc:spChg>
        <pc:spChg chg="mod">
          <ac:chgData name="Mustafa Ali [ARMA-TM]" userId="2e7a444c-2cec-45da-8b14-deb7c206097a" providerId="ADAL" clId="{F1B42A86-98CD-4DA6-960E-FD578C39AA9F}" dt="2026-10-05T06:55:38.518" v="301" actId="1076"/>
          <ac:spMkLst>
            <pc:docMk/>
            <pc:sldMk cId="352932382" sldId="595"/>
            <ac:spMk id="5" creationId="{AE6CF823-E089-E55D-4570-8FAEC4CA8762}"/>
          </ac:spMkLst>
        </pc:spChg>
        <pc:spChg chg="add mod">
          <ac:chgData name="Mustafa Ali [ARMA-TM]" userId="2e7a444c-2cec-45da-8b14-deb7c206097a" providerId="ADAL" clId="{F1B42A86-98CD-4DA6-960E-FD578C39AA9F}" dt="2026-10-05T06:55:45.956" v="303" actId="164"/>
          <ac:spMkLst>
            <pc:docMk/>
            <pc:sldMk cId="352932382" sldId="595"/>
            <ac:spMk id="7" creationId="{5D8A1C01-D77A-9785-0F6C-D9AA5F156F12}"/>
          </ac:spMkLst>
        </pc:spChg>
        <pc:spChg chg="add mod">
          <ac:chgData name="Mustafa Ali [ARMA-TM]" userId="2e7a444c-2cec-45da-8b14-deb7c206097a" providerId="ADAL" clId="{F1B42A86-98CD-4DA6-960E-FD578C39AA9F}" dt="2026-10-05T06:53:00.959" v="203" actId="767"/>
          <ac:spMkLst>
            <pc:docMk/>
            <pc:sldMk cId="352932382" sldId="595"/>
            <ac:spMk id="13" creationId="{DDF52AEC-F52E-DCEE-1969-B9FA70389AE2}"/>
          </ac:spMkLst>
        </pc:spChg>
        <pc:spChg chg="add del mod">
          <ac:chgData name="Mustafa Ali [ARMA-TM]" userId="2e7a444c-2cec-45da-8b14-deb7c206097a" providerId="ADAL" clId="{F1B42A86-98CD-4DA6-960E-FD578C39AA9F}" dt="2026-10-05T06:55:12.118" v="292"/>
          <ac:spMkLst>
            <pc:docMk/>
            <pc:sldMk cId="352932382" sldId="595"/>
            <ac:spMk id="16" creationId="{7EC710CD-334F-8226-6AB3-86E11732FC26}"/>
          </ac:spMkLst>
        </pc:spChg>
        <pc:grpChg chg="add mod">
          <ac:chgData name="Mustafa Ali [ARMA-TM]" userId="2e7a444c-2cec-45da-8b14-deb7c206097a" providerId="ADAL" clId="{F1B42A86-98CD-4DA6-960E-FD578C39AA9F}" dt="2026-10-05T06:55:49.132" v="304" actId="1076"/>
          <ac:grpSpMkLst>
            <pc:docMk/>
            <pc:sldMk cId="352932382" sldId="595"/>
            <ac:grpSpMk id="19" creationId="{ACDE2B12-865B-AEFF-D50A-122423BA5905}"/>
          </ac:grpSpMkLst>
        </pc:grpChg>
        <pc:graphicFrameChg chg="add mod modGraphic">
          <ac:chgData name="Mustafa Ali [ARMA-TM]" userId="2e7a444c-2cec-45da-8b14-deb7c206097a" providerId="ADAL" clId="{F1B42A86-98CD-4DA6-960E-FD578C39AA9F}" dt="2026-10-05T06:52:38.946" v="198"/>
          <ac:graphicFrameMkLst>
            <pc:docMk/>
            <pc:sldMk cId="352932382" sldId="595"/>
            <ac:graphicFrameMk id="12" creationId="{0A96B5DC-0893-F455-CB18-46398BA81C7E}"/>
          </ac:graphicFrameMkLst>
        </pc:graphicFrameChg>
        <pc:graphicFrameChg chg="add del">
          <ac:chgData name="Mustafa Ali [ARMA-TM]" userId="2e7a444c-2cec-45da-8b14-deb7c206097a" providerId="ADAL" clId="{F1B42A86-98CD-4DA6-960E-FD578C39AA9F}" dt="2026-10-05T06:52:58.742" v="202" actId="22"/>
          <ac:graphicFrameMkLst>
            <pc:docMk/>
            <pc:sldMk cId="352932382" sldId="595"/>
            <ac:graphicFrameMk id="15" creationId="{E8BADCDE-B033-549C-8B6D-939834B8FF52}"/>
          </ac:graphicFrameMkLst>
        </pc:graphicFrameChg>
        <pc:graphicFrameChg chg="add mod modGraphic">
          <ac:chgData name="Mustafa Ali [ARMA-TM]" userId="2e7a444c-2cec-45da-8b14-deb7c206097a" providerId="ADAL" clId="{F1B42A86-98CD-4DA6-960E-FD578C39AA9F}" dt="2026-10-05T07:05:52.582" v="348" actId="6549"/>
          <ac:graphicFrameMkLst>
            <pc:docMk/>
            <pc:sldMk cId="352932382" sldId="595"/>
            <ac:graphicFrameMk id="18" creationId="{180FFE98-B39C-08C2-1B58-8124E6F64322}"/>
          </ac:graphicFrameMkLst>
        </pc:graphicFrameChg>
        <pc:picChg chg="add mod">
          <ac:chgData name="Mustafa Ali [ARMA-TM]" userId="2e7a444c-2cec-45da-8b14-deb7c206097a" providerId="ADAL" clId="{F1B42A86-98CD-4DA6-960E-FD578C39AA9F}" dt="2026-10-05T06:55:45.956" v="303" actId="164"/>
          <ac:picMkLst>
            <pc:docMk/>
            <pc:sldMk cId="352932382" sldId="595"/>
            <ac:picMk id="9" creationId="{AD2856D7-F33C-BB12-6173-A4440B0D6BCE}"/>
          </ac:picMkLst>
        </pc:picChg>
        <pc:picChg chg="add mod">
          <ac:chgData name="Mustafa Ali [ARMA-TM]" userId="2e7a444c-2cec-45da-8b14-deb7c206097a" providerId="ADAL" clId="{F1B42A86-98CD-4DA6-960E-FD578C39AA9F}" dt="2026-10-05T06:49:31.758" v="170" actId="14100"/>
          <ac:picMkLst>
            <pc:docMk/>
            <pc:sldMk cId="352932382" sldId="595"/>
            <ac:picMk id="11" creationId="{4236DF7A-1273-5264-9828-54CC864C4606}"/>
          </ac:picMkLst>
        </pc:picChg>
      </pc:sldChg>
      <pc:sldChg chg="new del">
        <pc:chgData name="Mustafa Ali [ARMA-TM]" userId="2e7a444c-2cec-45da-8b14-deb7c206097a" providerId="ADAL" clId="{F1B42A86-98CD-4DA6-960E-FD578C39AA9F}" dt="2026-10-05T06:47:44.395" v="164" actId="680"/>
        <pc:sldMkLst>
          <pc:docMk/>
          <pc:sldMk cId="1216422295" sldId="595"/>
        </pc:sldMkLst>
      </pc:sldChg>
      <pc:sldChg chg="add del">
        <pc:chgData name="Mustafa Ali [ARMA-TM]" userId="2e7a444c-2cec-45da-8b14-deb7c206097a" providerId="ADAL" clId="{F1B42A86-98CD-4DA6-960E-FD578C39AA9F}" dt="2026-10-05T06:57:50.694" v="320" actId="2696"/>
        <pc:sldMkLst>
          <pc:docMk/>
          <pc:sldMk cId="2895926414" sldId="596"/>
        </pc:sldMkLst>
      </pc:sldChg>
      <pc:sldChg chg="add del">
        <pc:chgData name="Mustafa Ali [ARMA-TM]" userId="2e7a444c-2cec-45da-8b14-deb7c206097a" providerId="ADAL" clId="{F1B42A86-98CD-4DA6-960E-FD578C39AA9F}" dt="2026-10-05T06:57:50.694" v="320" actId="2696"/>
        <pc:sldMkLst>
          <pc:docMk/>
          <pc:sldMk cId="3696125687" sldId="597"/>
        </pc:sldMkLst>
      </pc:sldChg>
      <pc:sldChg chg="add del">
        <pc:chgData name="Mustafa Ali [ARMA-TM]" userId="2e7a444c-2cec-45da-8b14-deb7c206097a" providerId="ADAL" clId="{F1B42A86-98CD-4DA6-960E-FD578C39AA9F}" dt="2026-10-05T06:57:50.694" v="320" actId="2696"/>
        <pc:sldMkLst>
          <pc:docMk/>
          <pc:sldMk cId="1757616772" sldId="598"/>
        </pc:sldMkLst>
      </pc:sldChg>
      <pc:sldChg chg="addSp delSp modSp new mod">
        <pc:chgData name="Mustafa Ali [ARMA-TM]" userId="2e7a444c-2cec-45da-8b14-deb7c206097a" providerId="ADAL" clId="{F1B42A86-98CD-4DA6-960E-FD578C39AA9F}" dt="2026-10-05T06:57:33.237" v="319" actId="1076"/>
        <pc:sldMkLst>
          <pc:docMk/>
          <pc:sldMk cId="3182981881" sldId="599"/>
        </pc:sldMkLst>
        <pc:spChg chg="del">
          <ac:chgData name="Mustafa Ali [ARMA-TM]" userId="2e7a444c-2cec-45da-8b14-deb7c206097a" providerId="ADAL" clId="{F1B42A86-98CD-4DA6-960E-FD578C39AA9F}" dt="2026-10-05T06:56:47.884" v="309" actId="21"/>
          <ac:spMkLst>
            <pc:docMk/>
            <pc:sldMk cId="3182981881" sldId="599"/>
            <ac:spMk id="2" creationId="{5532EED3-A6E1-0BB1-C858-825BBB8E98BE}"/>
          </ac:spMkLst>
        </pc:spChg>
        <pc:spChg chg="del mod">
          <ac:chgData name="Mustafa Ali [ARMA-TM]" userId="2e7a444c-2cec-45da-8b14-deb7c206097a" providerId="ADAL" clId="{F1B42A86-98CD-4DA6-960E-FD578C39AA9F}" dt="2026-10-05T06:57:01.275" v="313" actId="478"/>
          <ac:spMkLst>
            <pc:docMk/>
            <pc:sldMk cId="3182981881" sldId="599"/>
            <ac:spMk id="3" creationId="{29F29324-36F7-CF98-AB8E-3588106BA7A0}"/>
          </ac:spMkLst>
        </pc:spChg>
        <pc:spChg chg="mod">
          <ac:chgData name="Mustafa Ali [ARMA-TM]" userId="2e7a444c-2cec-45da-8b14-deb7c206097a" providerId="ADAL" clId="{F1B42A86-98CD-4DA6-960E-FD578C39AA9F}" dt="2026-10-05T06:57:05.237" v="314" actId="1076"/>
          <ac:spMkLst>
            <pc:docMk/>
            <pc:sldMk cId="3182981881" sldId="599"/>
            <ac:spMk id="4" creationId="{0657B6E8-DF7E-49B3-8904-8DA7E15E22DC}"/>
          </ac:spMkLst>
        </pc:spChg>
        <pc:spChg chg="del mod">
          <ac:chgData name="Mustafa Ali [ARMA-TM]" userId="2e7a444c-2cec-45da-8b14-deb7c206097a" providerId="ADAL" clId="{F1B42A86-98CD-4DA6-960E-FD578C39AA9F}" dt="2026-10-05T06:56:58.868" v="312" actId="478"/>
          <ac:spMkLst>
            <pc:docMk/>
            <pc:sldMk cId="3182981881" sldId="599"/>
            <ac:spMk id="5" creationId="{0226AD66-03A3-D5D1-BA9B-C54559B8DB71}"/>
          </ac:spMkLst>
        </pc:spChg>
        <pc:spChg chg="mod">
          <ac:chgData name="Mustafa Ali [ARMA-TM]" userId="2e7a444c-2cec-45da-8b14-deb7c206097a" providerId="ADAL" clId="{F1B42A86-98CD-4DA6-960E-FD578C39AA9F}" dt="2026-10-05T06:57:08.883" v="315" actId="1076"/>
          <ac:spMkLst>
            <pc:docMk/>
            <pc:sldMk cId="3182981881" sldId="599"/>
            <ac:spMk id="6" creationId="{FAE5374D-6F84-48FD-2A92-EB4C6E5FB229}"/>
          </ac:spMkLst>
        </pc:spChg>
        <pc:spChg chg="mod">
          <ac:chgData name="Mustafa Ali [ARMA-TM]" userId="2e7a444c-2cec-45da-8b14-deb7c206097a" providerId="ADAL" clId="{F1B42A86-98CD-4DA6-960E-FD578C39AA9F}" dt="2026-10-05T06:57:17.371" v="316"/>
          <ac:spMkLst>
            <pc:docMk/>
            <pc:sldMk cId="3182981881" sldId="599"/>
            <ac:spMk id="8" creationId="{B1432119-6DCF-4E72-B74D-1633D15704B9}"/>
          </ac:spMkLst>
        </pc:spChg>
        <pc:grpChg chg="add mod">
          <ac:chgData name="Mustafa Ali [ARMA-TM]" userId="2e7a444c-2cec-45da-8b14-deb7c206097a" providerId="ADAL" clId="{F1B42A86-98CD-4DA6-960E-FD578C39AA9F}" dt="2026-10-05T06:57:20.627" v="317" actId="1076"/>
          <ac:grpSpMkLst>
            <pc:docMk/>
            <pc:sldMk cId="3182981881" sldId="599"/>
            <ac:grpSpMk id="7" creationId="{FAD0E629-6B03-DA70-97D6-DD1483BE94E5}"/>
          </ac:grpSpMkLst>
        </pc:grpChg>
        <pc:picChg chg="mod">
          <ac:chgData name="Mustafa Ali [ARMA-TM]" userId="2e7a444c-2cec-45da-8b14-deb7c206097a" providerId="ADAL" clId="{F1B42A86-98CD-4DA6-960E-FD578C39AA9F}" dt="2026-10-05T06:57:17.371" v="316"/>
          <ac:picMkLst>
            <pc:docMk/>
            <pc:sldMk cId="3182981881" sldId="599"/>
            <ac:picMk id="9" creationId="{65D4264B-BC61-B363-FC01-7BC743D28722}"/>
          </ac:picMkLst>
        </pc:picChg>
        <pc:picChg chg="add mod">
          <ac:chgData name="Mustafa Ali [ARMA-TM]" userId="2e7a444c-2cec-45da-8b14-deb7c206097a" providerId="ADAL" clId="{F1B42A86-98CD-4DA6-960E-FD578C39AA9F}" dt="2026-10-05T06:57:33.237" v="319" actId="1076"/>
          <ac:picMkLst>
            <pc:docMk/>
            <pc:sldMk cId="3182981881" sldId="599"/>
            <ac:picMk id="11" creationId="{5F5FBEF7-C5A3-0FA3-1B14-602E52529D86}"/>
          </ac:picMkLst>
        </pc:picChg>
      </pc:sldChg>
      <pc:sldChg chg="add">
        <pc:chgData name="Mustafa Ali [ARMA-TM]" userId="2e7a444c-2cec-45da-8b14-deb7c206097a" providerId="ADAL" clId="{F1B42A86-98CD-4DA6-960E-FD578C39AA9F}" dt="2026-10-05T06:57:59.707" v="321" actId="2890"/>
        <pc:sldMkLst>
          <pc:docMk/>
          <pc:sldMk cId="979702832" sldId="600"/>
        </pc:sldMkLst>
      </pc:sldChg>
      <pc:sldChg chg="add replId">
        <pc:chgData name="Mustafa Ali [ARMA-TM]" userId="2e7a444c-2cec-45da-8b14-deb7c206097a" providerId="ADAL" clId="{F1B42A86-98CD-4DA6-960E-FD578C39AA9F}" dt="2026-10-05T06:57:59.707" v="321" actId="2890"/>
        <pc:sldMkLst>
          <pc:docMk/>
          <pc:sldMk cId="3402533953" sldId="601"/>
        </pc:sldMkLst>
      </pc:sldChg>
      <pc:sldChg chg="add">
        <pc:chgData name="Mustafa Ali [ARMA-TM]" userId="2e7a444c-2cec-45da-8b14-deb7c206097a" providerId="ADAL" clId="{F1B42A86-98CD-4DA6-960E-FD578C39AA9F}" dt="2026-10-05T06:58:05.282" v="322" actId="2890"/>
        <pc:sldMkLst>
          <pc:docMk/>
          <pc:sldMk cId="4140544517" sldId="602"/>
        </pc:sldMkLst>
      </pc:sldChg>
      <pc:sldChg chg="add replId">
        <pc:chgData name="Mustafa Ali [ARMA-TM]" userId="2e7a444c-2cec-45da-8b14-deb7c206097a" providerId="ADAL" clId="{F1B42A86-98CD-4DA6-960E-FD578C39AA9F}" dt="2026-10-05T06:58:05.282" v="322" actId="2890"/>
        <pc:sldMkLst>
          <pc:docMk/>
          <pc:sldMk cId="2694727741" sldId="603"/>
        </pc:sldMkLst>
      </pc:sldChg>
      <pc:sldMasterChg chg="modSldLayout">
        <pc:chgData name="Mustafa Ali [ARMA-TM]" userId="2e7a444c-2cec-45da-8b14-deb7c206097a" providerId="ADAL" clId="{F1B42A86-98CD-4DA6-960E-FD578C39AA9F}" dt="2026-10-05T06:47:15.733" v="162" actId="20577"/>
        <pc:sldMasterMkLst>
          <pc:docMk/>
          <pc:sldMasterMk cId="2820126284" sldId="2147483708"/>
        </pc:sldMasterMkLst>
        <pc:sldLayoutChg chg="addSp delSp modSp mod">
          <pc:chgData name="Mustafa Ali [ARMA-TM]" userId="2e7a444c-2cec-45da-8b14-deb7c206097a" providerId="ADAL" clId="{F1B42A86-98CD-4DA6-960E-FD578C39AA9F}" dt="2026-10-05T06:47:15.733" v="162" actId="20577"/>
          <pc:sldLayoutMkLst>
            <pc:docMk/>
            <pc:sldMasterMk cId="2820126284" sldId="2147483708"/>
            <pc:sldLayoutMk cId="2500639375" sldId="2147483725"/>
          </pc:sldLayoutMkLst>
          <pc:spChg chg="del">
            <ac:chgData name="Mustafa Ali [ARMA-TM]" userId="2e7a444c-2cec-45da-8b14-deb7c206097a" providerId="ADAL" clId="{F1B42A86-98CD-4DA6-960E-FD578C39AA9F}" dt="2026-10-05T06:45:53.998" v="151" actId="478"/>
            <ac:spMkLst>
              <pc:docMk/>
              <pc:sldMasterMk cId="2820126284" sldId="2147483708"/>
              <pc:sldLayoutMk cId="2500639375" sldId="2147483725"/>
              <ac:spMk id="2" creationId="{3440DFEC-9CEB-1141-BECB-FA616BF9275A}"/>
            </ac:spMkLst>
          </pc:spChg>
          <pc:spChg chg="add del">
            <ac:chgData name="Mustafa Ali [ARMA-TM]" userId="2e7a444c-2cec-45da-8b14-deb7c206097a" providerId="ADAL" clId="{F1B42A86-98CD-4DA6-960E-FD578C39AA9F}" dt="2026-10-05T06:46:03.193" v="152" actId="11529"/>
            <ac:spMkLst>
              <pc:docMk/>
              <pc:sldMasterMk cId="2820126284" sldId="2147483708"/>
              <pc:sldLayoutMk cId="2500639375" sldId="2147483725"/>
              <ac:spMk id="6" creationId="{A736EC46-7672-28C3-A337-E0B9A7FB7B50}"/>
            </ac:spMkLst>
          </pc:spChg>
          <pc:spChg chg="add mod">
            <ac:chgData name="Mustafa Ali [ARMA-TM]" userId="2e7a444c-2cec-45da-8b14-deb7c206097a" providerId="ADAL" clId="{F1B42A86-98CD-4DA6-960E-FD578C39AA9F}" dt="2026-10-05T06:46:53.030" v="159" actId="20577"/>
            <ac:spMkLst>
              <pc:docMk/>
              <pc:sldMasterMk cId="2820126284" sldId="2147483708"/>
              <pc:sldLayoutMk cId="2500639375" sldId="2147483725"/>
              <ac:spMk id="7" creationId="{A5F8E0C8-6DF8-4503-2400-08C758E2240B}"/>
            </ac:spMkLst>
          </pc:spChg>
          <pc:spChg chg="add del">
            <ac:chgData name="Mustafa Ali [ARMA-TM]" userId="2e7a444c-2cec-45da-8b14-deb7c206097a" providerId="ADAL" clId="{F1B42A86-98CD-4DA6-960E-FD578C39AA9F}" dt="2026-10-05T06:46:15.648" v="153" actId="11529"/>
            <ac:spMkLst>
              <pc:docMk/>
              <pc:sldMasterMk cId="2820126284" sldId="2147483708"/>
              <pc:sldLayoutMk cId="2500639375" sldId="2147483725"/>
              <ac:spMk id="8" creationId="{6EC42E3E-BB39-58DB-F1EA-4513A7ABA2D4}"/>
            </ac:spMkLst>
          </pc:spChg>
          <pc:spChg chg="add mod">
            <ac:chgData name="Mustafa Ali [ARMA-TM]" userId="2e7a444c-2cec-45da-8b14-deb7c206097a" providerId="ADAL" clId="{F1B42A86-98CD-4DA6-960E-FD578C39AA9F}" dt="2026-10-05T06:46:47.980" v="158" actId="20577"/>
            <ac:spMkLst>
              <pc:docMk/>
              <pc:sldMasterMk cId="2820126284" sldId="2147483708"/>
              <pc:sldLayoutMk cId="2500639375" sldId="2147483725"/>
              <ac:spMk id="9" creationId="{03D7FF66-F0D3-B3F1-F913-CF18422BFA7A}"/>
            </ac:spMkLst>
          </pc:spChg>
          <pc:spChg chg="add del">
            <ac:chgData name="Mustafa Ali [ARMA-TM]" userId="2e7a444c-2cec-45da-8b14-deb7c206097a" providerId="ADAL" clId="{F1B42A86-98CD-4DA6-960E-FD578C39AA9F}" dt="2026-10-05T06:46:43.499" v="157" actId="11529"/>
            <ac:spMkLst>
              <pc:docMk/>
              <pc:sldMasterMk cId="2820126284" sldId="2147483708"/>
              <pc:sldLayoutMk cId="2500639375" sldId="2147483725"/>
              <ac:spMk id="10" creationId="{694361CB-760E-B626-1D9E-0690AE10EA55}"/>
            </ac:spMkLst>
          </pc:spChg>
          <pc:spChg chg="add mod">
            <ac:chgData name="Mustafa Ali [ARMA-TM]" userId="2e7a444c-2cec-45da-8b14-deb7c206097a" providerId="ADAL" clId="{F1B42A86-98CD-4DA6-960E-FD578C39AA9F}" dt="2026-10-05T06:46:56.220" v="160" actId="20577"/>
            <ac:spMkLst>
              <pc:docMk/>
              <pc:sldMasterMk cId="2820126284" sldId="2147483708"/>
              <pc:sldLayoutMk cId="2500639375" sldId="2147483725"/>
              <ac:spMk id="11" creationId="{7BE19EC0-852E-2C3C-DE9C-27C2A2DD1DAC}"/>
            </ac:spMkLst>
          </pc:spChg>
          <pc:spChg chg="add del">
            <ac:chgData name="Mustafa Ali [ARMA-TM]" userId="2e7a444c-2cec-45da-8b14-deb7c206097a" providerId="ADAL" clId="{F1B42A86-98CD-4DA6-960E-FD578C39AA9F}" dt="2026-10-05T06:47:12.564" v="161" actId="11529"/>
            <ac:spMkLst>
              <pc:docMk/>
              <pc:sldMasterMk cId="2820126284" sldId="2147483708"/>
              <pc:sldLayoutMk cId="2500639375" sldId="2147483725"/>
              <ac:spMk id="12" creationId="{2F601342-F7CB-45F9-061B-67D5843AD20C}"/>
            </ac:spMkLst>
          </pc:spChg>
          <pc:spChg chg="add mod">
            <ac:chgData name="Mustafa Ali [ARMA-TM]" userId="2e7a444c-2cec-45da-8b14-deb7c206097a" providerId="ADAL" clId="{F1B42A86-98CD-4DA6-960E-FD578C39AA9F}" dt="2026-10-05T06:47:15.733" v="162" actId="20577"/>
            <ac:spMkLst>
              <pc:docMk/>
              <pc:sldMasterMk cId="2820126284" sldId="2147483708"/>
              <pc:sldLayoutMk cId="2500639375" sldId="2147483725"/>
              <ac:spMk id="13" creationId="{4C0C6CD9-9B89-C4AA-CC87-5423A99024A8}"/>
            </ac:spMkLst>
          </pc:spChg>
        </pc:sldLayoutChg>
        <pc:sldLayoutChg chg="addSp delSp modSp">
          <pc:chgData name="Mustafa Ali [ARMA-TM]" userId="2e7a444c-2cec-45da-8b14-deb7c206097a" providerId="ADAL" clId="{F1B42A86-98CD-4DA6-960E-FD578C39AA9F}" dt="2026-10-05T06:45:06.188" v="150" actId="11529"/>
          <pc:sldLayoutMkLst>
            <pc:docMk/>
            <pc:sldMasterMk cId="2820126284" sldId="2147483708"/>
            <pc:sldLayoutMk cId="3113545725" sldId="2147483725"/>
          </pc:sldLayoutMkLst>
          <pc:spChg chg="add del">
            <ac:chgData name="Mustafa Ali [ARMA-TM]" userId="2e7a444c-2cec-45da-8b14-deb7c206097a" providerId="ADAL" clId="{F1B42A86-98CD-4DA6-960E-FD578C39AA9F}" dt="2026-10-05T06:45:06.188" v="150" actId="11529"/>
            <ac:spMkLst>
              <pc:docMk/>
              <pc:sldMasterMk cId="2820126284" sldId="2147483708"/>
              <pc:sldLayoutMk cId="3113545725" sldId="2147483725"/>
              <ac:spMk id="6" creationId="{48A3FBDC-2284-E4E9-8952-FF5570DF61B9}"/>
            </ac:spMkLst>
          </pc:spChg>
          <pc:spChg chg="add mod">
            <ac:chgData name="Mustafa Ali [ARMA-TM]" userId="2e7a444c-2cec-45da-8b14-deb7c206097a" providerId="ADAL" clId="{F1B42A86-98CD-4DA6-960E-FD578C39AA9F}" dt="2026-10-05T06:44:57.805" v="149" actId="11529"/>
            <ac:spMkLst>
              <pc:docMk/>
              <pc:sldMasterMk cId="2820126284" sldId="2147483708"/>
              <pc:sldLayoutMk cId="3113545725" sldId="2147483725"/>
              <ac:spMk id="7" creationId="{B6CCA569-8490-DAD3-960E-9EB1F2DA1F0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D707E-4E33-49DA-BF1C-05B52ABD916E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59050" y="857250"/>
            <a:ext cx="40259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E8961-D5AB-4EE6-8376-BB6D9BA53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0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982"/>
            <a:ext cx="18288000" cy="10528583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86952"/>
            <a:ext cx="11650404" cy="2524330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211278"/>
            <a:ext cx="11650404" cy="1681912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2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6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29620-B3DD-3E44-9DE8-886925BF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99D14-9354-1DE6-F34F-FCCE1F1EF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B0C1E-23A6-0FE8-258F-6C0572065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F8E0C8-6DF8-4503-2400-08C758E224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16000" y="927100"/>
            <a:ext cx="2786063" cy="2090420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7FF66-F0D3-B3F1-F913-CF18422BFA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16000" y="3710789"/>
            <a:ext cx="2786063" cy="2300288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E19EC0-852E-2C3C-DE9C-27C2A2DD1D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16000" y="6530975"/>
            <a:ext cx="2786063" cy="2338388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C0C6CD9-9B89-C4AA-CC87-5423A99024A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21313" y="3240088"/>
            <a:ext cx="8294687" cy="5054600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3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141330"/>
            <a:ext cx="12895002" cy="2800758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942087"/>
            <a:ext cx="12895002" cy="131928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6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312903"/>
            <a:ext cx="6276053" cy="5950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312904"/>
            <a:ext cx="6276051" cy="5950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69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313507"/>
            <a:ext cx="6278435" cy="883602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97110"/>
            <a:ext cx="6278435" cy="50663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313507"/>
            <a:ext cx="6278427" cy="883602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97110"/>
            <a:ext cx="6278426" cy="50663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88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34720"/>
            <a:ext cx="12895002" cy="2025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64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7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97859"/>
            <a:ext cx="5781792" cy="1960315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89551"/>
            <a:ext cx="6770312" cy="847387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258173"/>
            <a:ext cx="5781792" cy="3962822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2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360920"/>
            <a:ext cx="12895001" cy="86899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34720"/>
            <a:ext cx="12895002" cy="5896768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229919"/>
            <a:ext cx="12895001" cy="103350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34720"/>
            <a:ext cx="12895002" cy="5218853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854614"/>
            <a:ext cx="12895002" cy="2408808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7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34720"/>
            <a:ext cx="12141201" cy="4634653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569373"/>
            <a:ext cx="10836786" cy="584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854614"/>
            <a:ext cx="12895002" cy="2408808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211913"/>
            <a:ext cx="914400" cy="896657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426052"/>
            <a:ext cx="914400" cy="896657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228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962382"/>
            <a:ext cx="12895002" cy="3979705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942087"/>
            <a:ext cx="12895002" cy="2321335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50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34720"/>
            <a:ext cx="12141201" cy="4634653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153573"/>
            <a:ext cx="12895004" cy="7885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942087"/>
            <a:ext cx="12895002" cy="2321335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211913"/>
            <a:ext cx="914400" cy="896657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426052"/>
            <a:ext cx="914400" cy="896657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61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34720"/>
            <a:ext cx="12882305" cy="4634653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153573"/>
            <a:ext cx="12895004" cy="78851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942087"/>
            <a:ext cx="12895002" cy="2321335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83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1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34719"/>
            <a:ext cx="1957115" cy="8052225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34720"/>
            <a:ext cx="10590225" cy="80522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9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982"/>
            <a:ext cx="18288000" cy="10528583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34720"/>
            <a:ext cx="12895002" cy="20252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312904"/>
            <a:ext cx="12895002" cy="5950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263423"/>
            <a:ext cx="1367909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741BC-D16C-4F14-9AE6-CB20F566BB9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263423"/>
            <a:ext cx="9446418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263423"/>
            <a:ext cx="1025009" cy="559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1BD6AF33-4E75-4C20-BAD6-F080571D4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2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25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563EA6-F753-FAFA-640C-076FAFDF28B6}"/>
              </a:ext>
            </a:extLst>
          </p:cNvPr>
          <p:cNvSpPr/>
          <p:nvPr/>
        </p:nvSpPr>
        <p:spPr>
          <a:xfrm>
            <a:off x="0" y="0"/>
            <a:ext cx="18288000" cy="10515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WhatsApp Video 2026-10-02 at 12.53.33 PM">
            <a:hlinkClick r:id="" action="ppaction://media"/>
            <a:extLst>
              <a:ext uri="{FF2B5EF4-FFF2-40B4-BE49-F238E27FC236}">
                <a16:creationId xmlns:a16="http://schemas.microsoft.com/office/drawing/2014/main" id="{CBCE3FC4-DF55-4124-79A9-8AF210D194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95401" y="129996"/>
            <a:ext cx="8503921" cy="8503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E26C96-16CC-E192-6FF3-4E38F43CFA6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67" y="7164900"/>
            <a:ext cx="4810933" cy="27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E99247-4C52-B3C0-1603-7CCDE6F4B14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83036" y="8790705"/>
            <a:ext cx="1772397" cy="17248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378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0669-AD0B-F890-AC58-3A4432EF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AE6C01-6B02-497A-41E9-6DFA8E55FB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480" y="1044942"/>
            <a:ext cx="2786063" cy="209042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F4230-2A7B-1B2E-33D7-3A6D855633A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479" y="3725032"/>
            <a:ext cx="2786063" cy="23002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8B989-0D92-2595-26BD-03E42F86C4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1481" y="6569075"/>
            <a:ext cx="2786063" cy="233838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E77373-987A-F1E0-F383-9D40A4BEEDE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3635" y="1298746"/>
            <a:ext cx="8294687" cy="505460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ACC3BD-FC9C-F5E7-0DDA-4184F7B0D431}"/>
              </a:ext>
            </a:extLst>
          </p:cNvPr>
          <p:cNvGrpSpPr/>
          <p:nvPr/>
        </p:nvGrpSpPr>
        <p:grpSpPr>
          <a:xfrm>
            <a:off x="5643655" y="384552"/>
            <a:ext cx="5767534" cy="551605"/>
            <a:chOff x="6417378" y="274640"/>
            <a:chExt cx="5767534" cy="5516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5270DA-E79A-74CA-030D-380CF084BA4C}"/>
                </a:ext>
              </a:extLst>
            </p:cNvPr>
            <p:cNvSpPr txBox="1"/>
            <p:nvPr/>
          </p:nvSpPr>
          <p:spPr>
            <a:xfrm>
              <a:off x="6417378" y="303025"/>
              <a:ext cx="5767534" cy="52322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ar-EG" sz="2800" b="1" dirty="0">
                  <a:solidFill>
                    <a:schemeClr val="bg1"/>
                  </a:solidFill>
                </a:rPr>
                <a:t>   اسم العميل – الفرع  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F5296D3-295E-65F6-DA8D-447C11366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17378" y="274640"/>
              <a:ext cx="718584" cy="52523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06A6AAF-C3A2-A116-6414-385C3DCB71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481" y="9228406"/>
            <a:ext cx="1772397" cy="1287194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FFD9812-495D-DDC4-9C91-48F20C6A7A6C}"/>
              </a:ext>
            </a:extLst>
          </p:cNvPr>
          <p:cNvGraphicFramePr>
            <a:graphicFrameLocks noGrp="1"/>
          </p:cNvGraphicFramePr>
          <p:nvPr/>
        </p:nvGraphicFramePr>
        <p:xfrm>
          <a:off x="4332849" y="7174522"/>
          <a:ext cx="9622301" cy="240492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482591">
                  <a:extLst>
                    <a:ext uri="{9D8B030D-6E8A-4147-A177-3AD203B41FA5}">
                      <a16:colId xmlns:a16="http://schemas.microsoft.com/office/drawing/2014/main" val="3367943835"/>
                    </a:ext>
                  </a:extLst>
                </a:gridCol>
                <a:gridCol w="1511661">
                  <a:extLst>
                    <a:ext uri="{9D8B030D-6E8A-4147-A177-3AD203B41FA5}">
                      <a16:colId xmlns:a16="http://schemas.microsoft.com/office/drawing/2014/main" val="3569905445"/>
                    </a:ext>
                  </a:extLst>
                </a:gridCol>
                <a:gridCol w="1657011">
                  <a:extLst>
                    <a:ext uri="{9D8B030D-6E8A-4147-A177-3AD203B41FA5}">
                      <a16:colId xmlns:a16="http://schemas.microsoft.com/office/drawing/2014/main" val="574096516"/>
                    </a:ext>
                  </a:extLst>
                </a:gridCol>
                <a:gridCol w="1598872">
                  <a:extLst>
                    <a:ext uri="{9D8B030D-6E8A-4147-A177-3AD203B41FA5}">
                      <a16:colId xmlns:a16="http://schemas.microsoft.com/office/drawing/2014/main" val="2196104044"/>
                    </a:ext>
                  </a:extLst>
                </a:gridCol>
                <a:gridCol w="901182">
                  <a:extLst>
                    <a:ext uri="{9D8B030D-6E8A-4147-A177-3AD203B41FA5}">
                      <a16:colId xmlns:a16="http://schemas.microsoft.com/office/drawing/2014/main" val="3907677160"/>
                    </a:ext>
                  </a:extLst>
                </a:gridCol>
                <a:gridCol w="1075605">
                  <a:extLst>
                    <a:ext uri="{9D8B030D-6E8A-4147-A177-3AD203B41FA5}">
                      <a16:colId xmlns:a16="http://schemas.microsoft.com/office/drawing/2014/main" val="2445206261"/>
                    </a:ext>
                  </a:extLst>
                </a:gridCol>
                <a:gridCol w="1395379">
                  <a:extLst>
                    <a:ext uri="{9D8B030D-6E8A-4147-A177-3AD203B41FA5}">
                      <a16:colId xmlns:a16="http://schemas.microsoft.com/office/drawing/2014/main" val="2784382049"/>
                    </a:ext>
                  </a:extLst>
                </a:gridCol>
              </a:tblGrid>
              <a:tr h="1167618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كود العميل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اسم العميل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اسم المشرف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اسم المنسق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البرنامج</a:t>
                      </a:r>
                      <a:r>
                        <a:rPr lang="en-US" sz="1600" b="1" u="none" strike="noStrike" dirty="0">
                          <a:effectLst/>
                        </a:rPr>
                        <a:t>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المحافظه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ar-EG" sz="1600" b="1" u="none" strike="noStrike" dirty="0">
                          <a:effectLst/>
                        </a:rPr>
                        <a:t>المنطقه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extLst>
                  <a:ext uri="{0D108BD9-81ED-4DB2-BD59-A6C34878D82A}">
                    <a16:rowId xmlns:a16="http://schemas.microsoft.com/office/drawing/2014/main" val="1179768285"/>
                  </a:ext>
                </a:extLst>
              </a:tr>
              <a:tr h="123730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>
                          <a:effectLst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 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716" marR="9716" marT="9716" marB="0" anchor="ctr"/>
                </a:tc>
                <a:extLst>
                  <a:ext uri="{0D108BD9-81ED-4DB2-BD59-A6C34878D82A}">
                    <a16:rowId xmlns:a16="http://schemas.microsoft.com/office/drawing/2014/main" val="892744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70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5FBA-411D-C052-5F80-2E636CB9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1F333-E83F-FC06-00B0-7A004083A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8874" y="2551190"/>
            <a:ext cx="6278435" cy="5066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61377-2D25-6D52-3B7F-F337D3DF5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02915" y="2584263"/>
            <a:ext cx="6278426" cy="5066313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AEA337-0FD4-CEA6-52DA-9A7ACBCCE385}"/>
              </a:ext>
            </a:extLst>
          </p:cNvPr>
          <p:cNvGrpSpPr/>
          <p:nvPr/>
        </p:nvGrpSpPr>
        <p:grpSpPr>
          <a:xfrm>
            <a:off x="4819148" y="384552"/>
            <a:ext cx="5767534" cy="551605"/>
            <a:chOff x="6417378" y="274640"/>
            <a:chExt cx="5767534" cy="5516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6C8CEAC-F9EB-7354-DD9E-5310647FA232}"/>
                </a:ext>
              </a:extLst>
            </p:cNvPr>
            <p:cNvSpPr txBox="1"/>
            <p:nvPr/>
          </p:nvSpPr>
          <p:spPr>
            <a:xfrm>
              <a:off x="6417378" y="303025"/>
              <a:ext cx="5767534" cy="523220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ar-EG" sz="2800" b="1" dirty="0">
                  <a:solidFill>
                    <a:schemeClr val="bg1"/>
                  </a:solidFill>
                </a:rPr>
                <a:t>   اسم العميل – الفرع  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7EC2F04-4688-1F2E-2CB1-07A863ACE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17378" y="274640"/>
              <a:ext cx="718584" cy="525237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B8EE24D-591D-5684-F0EC-6B3E7993C9D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819" y="9228406"/>
            <a:ext cx="1772397" cy="128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339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8619ac9-aa64-4c03-a381-9bed172046f1}" enabled="1" method="Privileged" siteId="{70445c70-934f-46c9-b91e-e9819ffa253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6883</TotalTime>
  <Words>28</Words>
  <Application>Microsoft Office PowerPoint</Application>
  <PresentationFormat>Custom</PresentationFormat>
  <Paragraphs>16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Abdelrahman Hisham [ARMA-TM]</cp:lastModifiedBy>
  <cp:revision>489</cp:revision>
  <dcterms:created xsi:type="dcterms:W3CDTF">2024-12-20T15:11:22Z</dcterms:created>
  <dcterms:modified xsi:type="dcterms:W3CDTF">2026-10-14T06:59:56Z</dcterms:modified>
</cp:coreProperties>
</file>